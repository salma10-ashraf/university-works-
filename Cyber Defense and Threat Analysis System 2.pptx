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5" r:id="rId10"/>
    <p:sldId id="266" r:id="rId11"/>
    <p:sldId id="268" r:id="rId12"/>
    <p:sldId id="269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25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1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7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2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65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56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04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7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6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03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249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4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7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018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880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6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AC90B0-2A81-40D3-AB91-2379CD4A5E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C0A747-973B-41FC-991B-BAEA56C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AAD8-E5E8-7FBF-6E18-E34B05A73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Cyber Defense and Threat Analysis System</a:t>
            </a:r>
          </a:p>
        </p:txBody>
      </p:sp>
    </p:spTree>
    <p:extLst>
      <p:ext uri="{BB962C8B-B14F-4D97-AF65-F5344CB8AC3E}">
        <p14:creationId xmlns:p14="http://schemas.microsoft.com/office/powerpoint/2010/main" val="55408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E579-D43F-9A1A-5BC1-BE75760A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ABFC-B4A9-00BA-4D61-31D2F989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today’s digital world, cyber attacks are increasing rapidly, targeting individuals, companies, and governments.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 must understand how attacks happen in order to defend against them effectively.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simulates a real-world cyber attack scenario in a controlled environment, allowing us to explore both offensive and defensive security techniques.</a:t>
            </a:r>
          </a:p>
        </p:txBody>
      </p:sp>
    </p:spTree>
    <p:extLst>
      <p:ext uri="{BB962C8B-B14F-4D97-AF65-F5344CB8AC3E}">
        <p14:creationId xmlns:p14="http://schemas.microsoft.com/office/powerpoint/2010/main" val="192834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8C7E-C431-1567-6C28-08991434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0975-9F15-223D-745C-9D5A84282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basic networking concepts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 real cyber attack in a safe environment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vulnerabilities in a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security measures to protect the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system status before and after protection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 security tool using Python</a:t>
            </a:r>
          </a:p>
        </p:txBody>
      </p:sp>
    </p:spTree>
    <p:extLst>
      <p:ext uri="{BB962C8B-B14F-4D97-AF65-F5344CB8AC3E}">
        <p14:creationId xmlns:p14="http://schemas.microsoft.com/office/powerpoint/2010/main" val="241608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F69F-C0A9-9E36-4484-DB779DBE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/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1E083-B0EB-EC74-8ACC-EF99C54E5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idea of this project is to create a mini cyber security lab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an attacker machine, a victim machine, and a network connecting them.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simulate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Defense phase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 the real workflow of a Cyber Security Engineer. </a:t>
            </a:r>
          </a:p>
        </p:txBody>
      </p:sp>
    </p:spTree>
    <p:extLst>
      <p:ext uri="{BB962C8B-B14F-4D97-AF65-F5344CB8AC3E}">
        <p14:creationId xmlns:p14="http://schemas.microsoft.com/office/powerpoint/2010/main" val="117868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14B8-8634-9861-DA52-4C15FEF76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/>
              <a:t>Real-World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8A4E7-4F72-9A6B-403B-799C8C3B1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simulate a small company environment: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Machine: Kali Linux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Machine: Windows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Optional Server: Linux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tries to gain access to the victim system, while we act as security engineers to detect and prevent the attack.</a:t>
            </a:r>
          </a:p>
        </p:txBody>
      </p:sp>
    </p:spTree>
    <p:extLst>
      <p:ext uri="{BB962C8B-B14F-4D97-AF65-F5344CB8AC3E}">
        <p14:creationId xmlns:p14="http://schemas.microsoft.com/office/powerpoint/2010/main" val="399253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6234-4C92-F876-B30D-559ED31B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FE4FEC-BD0F-DE02-E505-F7CCDB249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1307691"/>
            <a:ext cx="5470525" cy="41617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542BC-9CEC-E43D-B1C2-3032760F6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166" y="3031062"/>
            <a:ext cx="3718455" cy="243840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VMware (Virtual Machines)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 (Attacker)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OS (Victim)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(Network Scanner)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(Custom Tool)Firewall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(Defense Mechanism)</a:t>
            </a:r>
          </a:p>
        </p:txBody>
      </p:sp>
    </p:spTree>
    <p:extLst>
      <p:ext uri="{BB962C8B-B14F-4D97-AF65-F5344CB8AC3E}">
        <p14:creationId xmlns:p14="http://schemas.microsoft.com/office/powerpoint/2010/main" val="223205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7E94-9262-34B7-4168-7923BD18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37DF-C049-DD10-1AFC-1C1BDDB6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a virtual network where all machines are connected.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IP addresses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all machines are in the same subnet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connectivity using ping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Kali: 192.168.1.5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192.168.1.6</a:t>
            </a:r>
          </a:p>
        </p:txBody>
      </p:sp>
    </p:spTree>
    <p:extLst>
      <p:ext uri="{BB962C8B-B14F-4D97-AF65-F5344CB8AC3E}">
        <p14:creationId xmlns:p14="http://schemas.microsoft.com/office/powerpoint/2010/main" val="288170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1DA8-7D89-E307-58DC-FDF87B87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/>
              <a:t>Scanning &amp;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7D49-E8D6-483A-4478-10ECAB24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phase, the attacker collects information about the target.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Nmap to scan the victim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open ports Detect running services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helps the attacker find possible entry points.</a:t>
            </a:r>
          </a:p>
        </p:txBody>
      </p:sp>
    </p:spTree>
    <p:extLst>
      <p:ext uri="{BB962C8B-B14F-4D97-AF65-F5344CB8AC3E}">
        <p14:creationId xmlns:p14="http://schemas.microsoft.com/office/powerpoint/2010/main" val="2697808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F561-198E-D862-6AAF-DA9AB563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dirty="0"/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D484-271F-60C5-B5C7-C060F8D73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controlled and ethical attack is performed.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 attempt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open ports/services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NOT to damage the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prove that vulnerabilities exist</a:t>
            </a:r>
          </a:p>
        </p:txBody>
      </p:sp>
    </p:spTree>
    <p:extLst>
      <p:ext uri="{BB962C8B-B14F-4D97-AF65-F5344CB8AC3E}">
        <p14:creationId xmlns:p14="http://schemas.microsoft.com/office/powerpoint/2010/main" val="3003071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663D-A4D6-A458-36D6-A07BB463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619F-CE74-A627-A808-2FD9F037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identifying weaknesses, we secure the system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Firewall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unused ports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Disable unnecessary services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transforms the system from vulnerable to secure.</a:t>
            </a:r>
          </a:p>
        </p:txBody>
      </p:sp>
    </p:spTree>
    <p:extLst>
      <p:ext uri="{BB962C8B-B14F-4D97-AF65-F5344CB8AC3E}">
        <p14:creationId xmlns:p14="http://schemas.microsoft.com/office/powerpoint/2010/main" val="33327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DF05-1477-BEF8-2568-C9FE25A9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Custom Tool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BAB72-F4F8-3937-19BA-25E594E1C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="1" dirty="0"/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4D0A4-01F7-4838-40C6-78D3727F1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run the scan again using Nmap.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results before and after Fewer open ports = better security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proves that our defense was successful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2A5A2-626D-B64B-5508-E9DD2603F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Tool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446A0-2984-976D-D7B6-B8FF604947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 simple Python tool: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open ports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Mimics basic Nmap functionality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demonstrates programming + security skills together.</a:t>
            </a:r>
          </a:p>
        </p:txBody>
      </p:sp>
    </p:spTree>
    <p:extLst>
      <p:ext uri="{BB962C8B-B14F-4D97-AF65-F5344CB8AC3E}">
        <p14:creationId xmlns:p14="http://schemas.microsoft.com/office/powerpoint/2010/main" val="107052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0132-BE9C-C60F-571D-503D84A6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60D2-59AB-27F5-9F63-849FC73DF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Security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open ports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Security 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open ports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protection</a:t>
            </a:r>
          </a:p>
        </p:txBody>
      </p:sp>
    </p:spTree>
    <p:extLst>
      <p:ext uri="{BB962C8B-B14F-4D97-AF65-F5344CB8AC3E}">
        <p14:creationId xmlns:p14="http://schemas.microsoft.com/office/powerpoint/2010/main" val="328597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7C7F-B483-4EA0-4945-446B74C4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and 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4C33C-FD8C-A028-504F-8B6B7EE53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A4870-E33A-D3B5-9909-5223122361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Intrusion Detection System (IDS)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scanning using Python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advanced attacks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network traffic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0756D-45E7-E7C0-C517-0B66A03E9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B4FBB-916E-C7A8-B382-1BAF3BE5909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project demonstrates the full cyber security life cycle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→ Analyze → Secure → Verify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how security professionals think and act in real-world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20905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19EAA-00B0-45DA-A180-95B92C4E4F36}"/>
              </a:ext>
            </a:extLst>
          </p:cNvPr>
          <p:cNvSpPr txBox="1"/>
          <p:nvPr/>
        </p:nvSpPr>
        <p:spPr>
          <a:xfrm>
            <a:off x="4827638" y="3044279"/>
            <a:ext cx="31266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4965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248</TotalTime>
  <Words>535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Garamond</vt:lpstr>
      <vt:lpstr>Times New Roman</vt:lpstr>
      <vt:lpstr>Wingdings</vt:lpstr>
      <vt:lpstr>Organic</vt:lpstr>
      <vt:lpstr>Cyber Defense and Threat Analysis System</vt:lpstr>
      <vt:lpstr> Introduction</vt:lpstr>
      <vt:lpstr> Objectives</vt:lpstr>
      <vt:lpstr> Project Idea</vt:lpstr>
      <vt:lpstr> Real-World Scenario</vt:lpstr>
      <vt:lpstr> Tools Used</vt:lpstr>
      <vt:lpstr> Network Configuration</vt:lpstr>
      <vt:lpstr> Scanning &amp; Discovery</vt:lpstr>
      <vt:lpstr> Attack Phase</vt:lpstr>
      <vt:lpstr> Security Implementation</vt:lpstr>
      <vt:lpstr>  Validation and Custom Tool </vt:lpstr>
      <vt:lpstr> Results</vt:lpstr>
      <vt:lpstr>  Future Work and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salmaashrafibrahim579@gmail.com</dc:creator>
  <cp:lastModifiedBy>salmaashrafibrahim579@gmail.com</cp:lastModifiedBy>
  <cp:revision>3</cp:revision>
  <dcterms:created xsi:type="dcterms:W3CDTF">2026-04-30T00:29:15Z</dcterms:created>
  <dcterms:modified xsi:type="dcterms:W3CDTF">2026-04-30T08:30:27Z</dcterms:modified>
</cp:coreProperties>
</file>